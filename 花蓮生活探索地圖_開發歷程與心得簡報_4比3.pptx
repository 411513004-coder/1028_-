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64E3B"/>
          </a:solidFill>
          <a:ln>
            <a:solidFill>
              <a:srgbClr val="064E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A7F3D0"/>
                </a:solidFill>
              </a:defRPr>
            </a:pPr>
            <a:r>
              <a:t>期中專題 · 開發歷程與人機協作全紀錄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3600" b="1">
                <a:solidFill>
                  <a:srgbClr val="FFFFFF"/>
                </a:solidFill>
              </a:defRPr>
            </a:pPr>
            <a:r>
              <a:t>花蓮生活探索地圖</a:t>
            </a:r>
          </a:p>
          <a:p>
            <a:pPr>
              <a:spcAft>
                <a:spcPts val="1800"/>
              </a:spcAft>
              <a:defRPr sz="1600">
                <a:solidFill>
                  <a:srgbClr val="D1FAE5"/>
                </a:solidFill>
              </a:defRPr>
            </a:pPr>
            <a:r>
              <a:t>從零發想、踩坑排雷到最終落地實踐</a:t>
            </a:r>
          </a:p>
          <a:p>
            <a:pPr>
              <a:defRPr sz="1150">
                <a:solidFill>
                  <a:srgbClr val="F0FDF4"/>
                </a:solidFill>
              </a:defRPr>
            </a:pPr>
            <a:r>
              <a:t>• 專題主題：蔬食美饌 · 精選景點 · 質感咖啡館指南</a:t>
            </a:r>
            <a:br/>
            <a:r>
              <a:t>• 技術核心：HTML5 / Vanilla JS / Leaflet / Esri 圖資</a:t>
            </a:r>
            <a:br/>
            <a:r>
              <a:t>• 協同開發：Antigravity (Google DeepMind) 協作</a:t>
            </a:r>
            <a:br/>
            <a:r>
              <a:t>• 部署網址：411513004-coder.github.io/1028_-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0" y="1371600"/>
            <a:ext cx="2377440" cy="38404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qrc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645920"/>
            <a:ext cx="1828800" cy="1828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09360" y="365760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65F46"/>
                </a:solidFill>
              </a:defRPr>
            </a:pPr>
            <a:r>
              <a:t>📱 掃碼即刻體驗</a:t>
            </a:r>
          </a:p>
          <a:p>
            <a:pPr algn="ctr">
              <a:defRPr sz="850">
                <a:solidFill>
                  <a:srgbClr val="64748B"/>
                </a:solidFill>
              </a:defRPr>
            </a:pPr>
            <a:r>
              <a:t>411513004-coder.github.io/1028_-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🚀 專案起點：為什麼做？如何出發？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Project Inception &amp; Core Requirements · 兼顧課堂規範與真實生活需求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3840480" cy="4754880"/>
          </a:xfrm>
          <a:prstGeom prst="rect">
            <a:avLst/>
          </a:prstGeom>
          <a:solidFill>
            <a:srgbClr val="ECFDF5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65F46"/>
                </a:solidFill>
              </a:defRPr>
            </a:pPr>
            <a:r>
              <a:t>📌 課堂要求與現實限制</a:t>
            </a:r>
            <a:br/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90 秒即開即評：課堂要求展示打開什麼、做什麼、看到什麼，完全不容許展示時環境崩潰或等待載入。</a:t>
            </a:r>
            <a:br/>
            <a:br/>
            <a:r>
              <a:t>• 零金鑰資安紅線：程式碼、截圖與遠端倉庫嚴禁含有任何 API 金鑰，否則重扣。</a:t>
            </a:r>
            <a:br/>
            <a:br/>
            <a:r>
              <a:t>• 零安裝零負擔：避免笨重伺服器架構，任一電腦瀏覽器雙擊即可順暢運作。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0" y="1371600"/>
            <a:ext cx="3840480" cy="47548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💡 初衷發想：花蓮綠色生活指南</a:t>
            </a:r>
            <a:br/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解決素食痛點：主流地圖把純素、蛋奶素與葷素共食混為一談，常讓素食者白跑或反覆打電話。</a:t>
            </a:r>
            <a:br/>
            <a:br/>
            <a:r>
              <a:t>• 學生與旅客剛需：東華大學、慈濟生活圈缺乏整合性在地地圖，外地旅客常找不到靠譜推薦。</a:t>
            </a:r>
            <a:br/>
            <a:br/>
            <a:r>
              <a:t>• 決定尋求 AI 協同：由 Antigravity 快速產出系統雛形與前端骨架，開啟人機協作之旅。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🚨 遭遇困難一：AI 幻覺、幽靈店家與店名自創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Challenge 1: AI Hallucinations &amp; Ghost Stores · 速度飛快，但資料暗藏危機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3931920" cy="4754880"/>
          </a:xfrm>
          <a:prstGeom prst="rect">
            <a:avLst/>
          </a:prstGeom>
          <a:solidFill>
            <a:srgbClr val="FEF2F2"/>
          </a:solidFill>
          <a:ln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50" b="1">
                <a:solidFill>
                  <a:srgbClr val="B91C1C"/>
                </a:solidFill>
              </a:defRPr>
            </a:pPr>
            <a:r>
              <a:t>👻 幽靈店家：抓取已停業名單</a:t>
            </a:r>
            <a:br/>
          </a:p>
          <a:p>
            <a:pPr>
              <a:defRPr sz="1050">
                <a:solidFill>
                  <a:srgbClr val="334155"/>
                </a:solidFill>
              </a:defRPr>
            </a:pPr>
            <a:r>
              <a:t>【現象】AI 剛開始蒐集資料速度極快，但在細查後發現：</a:t>
            </a:r>
            <a:br/>
            <a:r>
              <a:t>• 七星潭人氣老店「龍宮咖啡」官方 IG 早已宣布歇業！</a:t>
            </a:r>
            <a:br/>
            <a:r>
              <a:t>• 搜尋出現早已不存在的歷史店家。</a:t>
            </a:r>
            <a:br/>
            <a:br/>
            <a:r>
              <a:t>【排雷】人工覆核最新社群動態，剔除停業店家，替補新城老街正派經營之「練習曲書店咖啡」。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4663440" y="1371600"/>
            <a:ext cx="3931920" cy="4754880"/>
          </a:xfrm>
          <a:prstGeom prst="rect">
            <a:avLst/>
          </a:prstGeom>
          <a:solidFill>
            <a:srgbClr val="FFF7ED"/>
          </a:solidFill>
          <a:ln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50" b="1">
                <a:solidFill>
                  <a:srgbClr val="C2410C"/>
                </a:solidFill>
              </a:defRPr>
            </a:pPr>
            <a:r>
              <a:t>🏷️ 憑空捏造：幫現存店家創生新名字</a:t>
            </a:r>
            <a:br/>
          </a:p>
          <a:p>
            <a:pPr>
              <a:defRPr sz="1050">
                <a:solidFill>
                  <a:srgbClr val="334155"/>
                </a:solidFill>
              </a:defRPr>
            </a:pPr>
            <a:r>
              <a:t>【現象】店家明明存在，AI 卻自己給了「平行時空新名稱」：</a:t>
            </a:r>
            <a:br/>
            <a:r>
              <a:t>• 查無任何登記紀錄的「太魯閣旅人素食小館」。</a:t>
            </a:r>
            <a:br/>
            <a:r>
              <a:t>• 壽豐東華商圈將「阿宏素食」誤植為「宏銘素食」。</a:t>
            </a:r>
            <a:br/>
            <a:br/>
            <a:r>
              <a:t>【排雷】透過在地生活經驗比對花蓮縣政府登錄資料，將新城名店更正為工藝師名店「織娘之家無菜單料理」。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🗺️ 遭遇困難二：底圖破圖、浮水印與協議限制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Challenge 2: Basemap Watermark &amp; Zoom Breakdown · 零金鑰圖資的實戰考驗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2560320" cy="4754880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 b="1">
                <a:solidFill>
                  <a:srgbClr val="1E293B"/>
                </a:solidFill>
              </a:defRPr>
            </a:pPr>
            <a:r>
              <a:t>1. CARTO Voyager 浮水印限制</a:t>
            </a:r>
            <a:br/>
          </a:p>
          <a:p>
            <a:pPr>
              <a:defRPr sz="1000">
                <a:solidFill>
                  <a:srgbClr val="334155"/>
                </a:solidFill>
              </a:defRPr>
            </a:pPr>
            <a:r>
              <a:t>【問題】在 local 端直接以 file:// 開啟 index.html 時，CARTO 圖資會自動覆蓋滿版「CARTO」水印，視覺受到嚴重干擾。</a:t>
            </a:r>
            <a:br/>
            <a:br/>
            <a:r>
              <a:t>【原因】CARTO 對無 Referrer 或本機檔案協議有防護限制。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3246120" y="1371600"/>
            <a:ext cx="2560320" cy="4754880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 b="1">
                <a:solidFill>
                  <a:srgbClr val="1E293B"/>
                </a:solidFill>
              </a:defRPr>
            </a:pPr>
            <a:r>
              <a:t>2. NatGeo 放大極限破圖</a:t>
            </a:r>
            <a:br/>
          </a:p>
          <a:p>
            <a:pPr>
              <a:defRPr sz="1000">
                <a:solidFill>
                  <a:srgbClr val="334155"/>
                </a:solidFill>
              </a:defRPr>
            </a:pPr>
            <a:r>
              <a:t>【問題】嘗試換用 NatGeo 國家地理風圖資，但使用者拉近放大到市區街道（Zoom 16 以上）時，畫面全黑並提示「Map data not yet available」。</a:t>
            </a:r>
            <a:br/>
            <a:br/>
            <a:r>
              <a:t>【原因】該底圖最大僅支援至 16 級縮放。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0" y="1371600"/>
            <a:ext cx="2560320" cy="4754880"/>
          </a:xfrm>
          <a:prstGeom prst="rect">
            <a:avLst/>
          </a:prstGeom>
          <a:solidFill>
            <a:srgbClr val="ECFDF5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 b="1">
                <a:solidFill>
                  <a:srgbClr val="065F46"/>
                </a:solidFill>
              </a:defRPr>
            </a:pPr>
            <a:r>
              <a:t>✅ 最終最佳解：Esri 雙圖層方案</a:t>
            </a:r>
            <a:br/>
          </a:p>
          <a:p>
            <a:pPr>
              <a:defRPr sz="1000">
                <a:solidFill>
                  <a:srgbClr val="334155"/>
                </a:solidFill>
              </a:defRPr>
            </a:pPr>
            <a:r>
              <a:t>【解法】全面重構為 Esri 雙圖層架構：</a:t>
            </a:r>
            <a:br/>
            <a:r>
              <a:t>• 主底圖：Esri World Street Map（街道圖清晰無水印，支援高解析 Zoom 19 級）。</a:t>
            </a:r>
            <a:br/>
            <a:r>
              <a:t>• 副底圖：Esri World Imagery（高空衛星圖），100% 零商業金鑰、零付費、穩定度 100%。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🌿 功能擴充：升級「花蓮生活探索地圖」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Scope Expansion: From Veggie Map to Comprehensive Living Guide · 50 處全實名核實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2560320" cy="4754880"/>
          </a:xfrm>
          <a:prstGeom prst="rect">
            <a:avLst/>
          </a:prstGeom>
          <a:solidFill>
            <a:srgbClr val="ECFDF5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65F46"/>
                </a:solidFill>
              </a:defRPr>
            </a:pPr>
            <a:r>
              <a:t>🌱 蔬食美饌 (30 家)</a:t>
            </a:r>
            <a:br/>
          </a:p>
          <a:p>
            <a:pPr>
              <a:defRPr sz="980">
                <a:solidFill>
                  <a:srgbClr val="334155"/>
                </a:solidFill>
              </a:defRPr>
            </a:pPr>
            <a:r>
              <a:t>• 全素/純素 (16家)：</a:t>
            </a:r>
            <a:br/>
            <a:r>
              <a:t>  蝸牛蔬食Buffet、植地佛陀碗、明園煎餃、宜蘭水煎包、東華阿宏素食、織娘之家無菜單料理。</a:t>
            </a:r>
            <a:br/>
            <a:r>
              <a:t>• 蛋奶素 (4家)：</a:t>
            </a:r>
            <a:br/>
            <a:r>
              <a:t>  Piatto+菜老宅義式、青田の蔬食、草緣齋手工披薩。</a:t>
            </a:r>
            <a:br/>
            <a:r>
              <a:t>• 蔬食友善 (10家)：</a:t>
            </a:r>
            <a:br/>
            <a:r>
              <a:t>  時光1939有機早午餐、櫻之田野野菜鍋、好佳小吃(獨立素食鍋具)。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3246120" y="1371600"/>
            <a:ext cx="2560320" cy="4754880"/>
          </a:xfrm>
          <a:prstGeom prst="rect">
            <a:avLst/>
          </a:prstGeom>
          <a:solidFill>
            <a:srgbClr val="F5F3FF"/>
          </a:solidFill>
          <a:ln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</a:defRPr>
            </a:pPr>
            <a:r>
              <a:t>🏛️ 精選景點 (10 處)</a:t>
            </a:r>
            <a:br/>
          </a:p>
          <a:p>
            <a:pPr>
              <a:defRPr sz="980">
                <a:solidFill>
                  <a:srgbClr val="334155"/>
                </a:solidFill>
              </a:defRPr>
            </a:pPr>
            <a:r>
              <a:t>• 人文歷史：</a:t>
            </a:r>
            <a:br/>
            <a:r>
              <a:t>  將軍府1936、松園別館(2025新團隊重啟獲百大亮點)、文創園區、東大門夜市、吉安慶修院。</a:t>
            </a:r>
            <a:br/>
            <a:r>
              <a:t>• 自然山海：</a:t>
            </a:r>
            <a:br/>
            <a:r>
              <a:t>  七星潭月牙灣、壽豐鯉魚潭、雲山水落羽松、秀林台泥DAKA園區、崇德瑩農場。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0" y="1371600"/>
            <a:ext cx="2560320" cy="4754880"/>
          </a:xfrm>
          <a:prstGeom prst="rect">
            <a:avLst/>
          </a:prstGeom>
          <a:solidFill>
            <a:srgbClr val="FFFBEB"/>
          </a:solidFill>
          <a:ln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B45309"/>
                </a:solidFill>
              </a:defRPr>
            </a:pPr>
            <a:r>
              <a:t>☕ 質感咖啡館 (10 家)</a:t>
            </a:r>
            <a:br/>
          </a:p>
          <a:p>
            <a:pPr>
              <a:defRPr sz="980">
                <a:solidFill>
                  <a:srgbClr val="334155"/>
                </a:solidFill>
              </a:defRPr>
            </a:pPr>
            <a:r>
              <a:t>• 老宅特色：</a:t>
            </a:r>
            <a:br/>
            <a:r>
              <a:t>  浮室純白老宅、Giocare手沖陶藝、珈琲花乾燥花貓咪、KŌHI宅深夜榻榻米。</a:t>
            </a:r>
            <a:br/>
            <a:r>
              <a:t>• 烘焙與古蹟：</a:t>
            </a:r>
            <a:br/>
            <a:r>
              <a:t>  Stroll散步咖啡肉桂捲、SENSES烘焙、咖逼小売所(古蹟宿舍)、森山舍、練習曲書店、海碉堡。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⚙️ 製作細節：技術亮點與互動設計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Technical Implementation &amp; UI/UX Highlights · 打造流暢的使用者體驗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3931920" cy="22402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65F46"/>
                </a:solidFill>
              </a:defRPr>
            </a:pPr>
            <a:r>
              <a:t>✨ 雙層智慧導航系統</a:t>
            </a:r>
            <a:br/>
          </a:p>
          <a:p>
            <a:pPr>
              <a:defRPr sz="1050">
                <a:solidFill>
                  <a:srgbClr val="334155"/>
                </a:solidFill>
              </a:defRPr>
            </a:pPr>
            <a:r>
              <a:t>首頁大標籤（全部 / 蔬食 / 景點 / 咖啡廳），並具備自動感知機制：僅在瀏覽蔬食時動態展開全素、蛋奶素、友善子分類標籤，乾淨不雜亂。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4663440" y="1371600"/>
            <a:ext cx="3931920" cy="22402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65F46"/>
                </a:solidFill>
              </a:defRPr>
            </a:pPr>
            <a:r>
              <a:t>✨ 雙向卡片地圖聯動</a:t>
            </a:r>
            <a:br/>
          </a:p>
          <a:p>
            <a:pPr>
              <a:defRPr sz="1050">
                <a:solidFill>
                  <a:srgbClr val="334155"/>
                </a:solidFill>
              </a:defRPr>
            </a:pPr>
            <a:r>
              <a:t>點擊左側卡片，地圖平滑平移（FlyTo）並展開詳細彈窗；點擊地圖標記，清單自動平滑滾動並高亮該卡片，資訊直觀連貫。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3794760"/>
            <a:ext cx="3931920" cy="22402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65F46"/>
                </a:solidFill>
              </a:defRPr>
            </a:pPr>
            <a:r>
              <a:t>✨ 多維分色自訂標記</a:t>
            </a:r>
            <a:br/>
          </a:p>
          <a:p>
            <a:pPr>
              <a:defRPr sz="1050">
                <a:solidFill>
                  <a:srgbClr val="334155"/>
                </a:solidFill>
              </a:defRPr>
            </a:pPr>
            <a:r>
              <a:t>綠色 🌱 全素、黃色 🥚 蛋奶素、藍色 🥗 友善、紫色 🏛️ 景點、焦糖色 ☕ 咖啡館，地圖全景一眼區隔，辨識效率極高。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663440" y="3794760"/>
            <a:ext cx="3931920" cy="22402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65F46"/>
                </a:solidFill>
              </a:defRPr>
            </a:pPr>
            <a:r>
              <a:t>✨ 行動端無縫切換與外連</a:t>
            </a:r>
            <a:br/>
          </a:p>
          <a:p>
            <a:pPr>
              <a:defRPr sz="1050">
                <a:solidFill>
                  <a:srgbClr val="334155"/>
                </a:solidFill>
              </a:defRPr>
            </a:pPr>
            <a:r>
              <a:t>支援手機自適應抽屜（一鍵切換清單與地圖）；整合 tel: 一鍵通話與 Google Maps GPS 經緯度路徑導航。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💬 專案心得與人機協作反思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Reflection on AI-Assisted Development · 速度與真實性的深刻體悟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7680960" cy="2926080"/>
          </a:xfrm>
          <a:prstGeom prst="rect">
            <a:avLst/>
          </a:prstGeom>
          <a:solidFill>
            <a:srgbClr val="ECFDF5"/>
          </a:solidFill>
          <a:ln w="254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65F46"/>
                </a:solidFill>
              </a:defRPr>
            </a:pPr>
            <a:r>
              <a:t>「開發者的真實心聲」</a:t>
            </a:r>
            <a:br/>
          </a:p>
          <a:p>
            <a:pPr>
              <a:defRPr sz="1350" b="1">
                <a:solidFill>
                  <a:srgbClr val="0F172A"/>
                </a:solidFill>
              </a:defRPr>
            </a:pPr>
            <a:r>
              <a:t>這次我請 Antigravity 幫我架設網站，架設的速度快，但是在修正資料正確性卻花了不少時間，他會找到已經停業的店，或者雖然店存在，但是幫它創造了新名字，還有地圖的問題等說不完的問題。</a:t>
            </a:r>
            <a:br/>
            <a:br/>
            <a:r>
              <a:t>在這次製作網站的過程中，雖然 AI 確實可以取代部份的工作，但是資料校正跟最後成品測試還是需要有人來把關。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4480560"/>
            <a:ext cx="3703320" cy="164592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0B981"/>
                </a:solidFill>
              </a:defRPr>
            </a:pPr>
            <a:r>
              <a:t>⚡ AI 的優勢：架構與代碼產出神速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從無到有建立完整的 Leaflet 互動地圖、雙向連動、CSS 響應式佈局與 GitHub Pages 自動部署，省去數天寫代碼的摸索。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709160" y="4480560"/>
            <a:ext cx="3703320" cy="164592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EA580C"/>
                </a:solidFill>
              </a:defRPr>
            </a:pPr>
            <a:r>
              <a:t>🛡️ 人類的價值：嚴格把關與真實校驗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AI 缺乏真實世界驗證能力，容易把舊資料當現狀或自我造詞。唯有依靠人類的地圖實測、電話覆核與邏輯把關，才能產出真正有溫度的實用作品。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64E3B"/>
          </a:solidFill>
          <a:ln>
            <a:solidFill>
              <a:srgbClr val="064E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A7F3D0"/>
                </a:solidFill>
              </a:defRPr>
            </a:pPr>
            <a:r>
              <a:t>報告完畢 · 敬請指教</a:t>
            </a:r>
          </a:p>
          <a:p>
            <a:pPr>
              <a:spcBef>
                <a:spcPts val="1000"/>
              </a:spcBef>
              <a:spcAft>
                <a:spcPts val="1400"/>
              </a:spcAft>
              <a:defRPr sz="4400" b="1">
                <a:solidFill>
                  <a:srgbClr val="FFFFFF"/>
                </a:solidFill>
              </a:defRPr>
            </a:pPr>
            <a:r>
              <a:t>謝謝大家！</a:t>
            </a:r>
          </a:p>
          <a:p>
            <a:pPr>
              <a:defRPr sz="1200">
                <a:solidFill>
                  <a:srgbClr val="D1FAE5"/>
                </a:solidFill>
              </a:defRPr>
            </a:pPr>
            <a:r>
              <a:t>歡迎掃描右側 QR Code 現場體驗，或在 GitHub 查看完整無金鑰純原生開原始碼。</a:t>
            </a:r>
            <a:br/>
            <a:br/>
            <a:r>
              <a:t>🔗 專案首頁：</a:t>
            </a:r>
            <a:br/>
            <a:r>
              <a:t>https://411513004-coder.github.io/1028_-/</a:t>
            </a:r>
            <a:br/>
            <a:br/>
            <a:r>
              <a:t>📦 開源倉庫：</a:t>
            </a:r>
            <a:br/>
            <a:r>
              <a:t>https://github.com/411513004-coder/1028_-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0" y="1463040"/>
            <a:ext cx="2560320" cy="38404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qrc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737360"/>
            <a:ext cx="2011680" cy="2011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0" y="384048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65F46"/>
                </a:solidFill>
              </a:defRPr>
            </a:pPr>
            <a:r>
              <a:t>花蓮生活探索地圖</a:t>
            </a:r>
          </a:p>
          <a:p>
            <a:pPr algn="ctr">
              <a:defRPr sz="1000">
                <a:solidFill>
                  <a:srgbClr val="64748B"/>
                </a:solidFill>
              </a:defRPr>
            </a:pPr>
            <a:r>
              <a:t>手機直接掃碼互動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