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7F3D0"/>
                </a:solidFill>
              </a:defRPr>
            </a:pPr>
            <a:r>
              <a:t>期中專案展示 · 90秒實機演示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花蓮生活探索地圖</a:t>
            </a:r>
          </a:p>
          <a:p>
            <a:pPr>
              <a:spcAft>
                <a:spcPts val="2400"/>
              </a:spcAft>
              <a:defRPr sz="1800">
                <a:solidFill>
                  <a:srgbClr val="D1FAE5"/>
                </a:solidFill>
              </a:defRPr>
            </a:pPr>
            <a:r>
              <a:t>Hualien Living Map ── 蔬食美饌 · 精選景點 · 質感咖啡館指南</a:t>
            </a:r>
          </a:p>
          <a:p>
            <a:pPr>
              <a:defRPr sz="1400">
                <a:solidFill>
                  <a:srgbClr val="F0FDF4"/>
                </a:solidFill>
              </a:defRPr>
            </a:pPr>
            <a:r>
              <a:t>• 專題核心：輕量化互動式 Web App（100% 開源無金鑰 · 零安裝雙擊即跑）</a:t>
            </a:r>
            <a:br/>
            <a:r>
              <a:t>• 收錄熱點：50 處花蓮在地實名核實現役地點（30 家蔬食 + 10 大景點 + 10 家咖啡館）</a:t>
            </a:r>
            <a:br/>
            <a:r>
              <a:t>• 技術選型：HTML5 / CSS3 / Vanilla JS / Leaflet.js / Esri 街道圖資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1371600"/>
            <a:ext cx="29260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6459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5F46"/>
                </a:solidFill>
              </a:defRPr>
            </a:pPr>
            <a:r>
              <a:t>📱 掃描立即體驗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411513004-coder.github.io/1028_-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🎯 為什麼做？解決什麼問題？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Problem Statement &amp; Target Audience · 打造一站式花蓮綠色生活指南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5F46"/>
                </a:solidFill>
              </a:defRPr>
            </a:pPr>
            <a:r>
              <a:t>🚨 現有痛點 (Pain Points)</a:t>
            </a:r>
            <a:br/>
          </a:p>
          <a:p>
            <a:pPr>
              <a:defRPr sz="1350">
                <a:solidFill>
                  <a:srgbClr val="334155"/>
                </a:solidFill>
              </a:defRPr>
            </a:pPr>
            <a:r>
              <a:t>• 蔬食分類混雜：主流地圖將「純素」、「蛋奶素」與「葷素共食」混淆，素食者需反覆致電確認。</a:t>
            </a:r>
            <a:br/>
            <a:br/>
            <a:r>
              <a:t>• 資訊零散割裂：傳統美食地圖缺乏文化景點與休憩咖啡廳的橫向串連。</a:t>
            </a:r>
            <a:br/>
            <a:br/>
            <a:r>
              <a:t>• 幽靈店家困擾：網路舊名單充斥已停業或轉型店家，容易造成旅遊撲空。</a:t>
            </a:r>
            <a:br/>
            <a:br/>
            <a:r>
              <a:t>• 資安與維護門檻：商業地圖 API 計費昂貴、繁瑣且有金鑰洩漏風險。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👥 目標受眾 (Target Audience)</a:t>
            </a:r>
            <a:br/>
          </a:p>
          <a:p>
            <a:pPr>
              <a:defRPr sz="1350">
                <a:solidFill>
                  <a:srgbClr val="334155"/>
                </a:solidFill>
              </a:defRPr>
            </a:pPr>
            <a:r>
              <a:t>• 花蓮在地居民與蔬食族群：快速掌握花蓮市、吉安等區域安心用餐新選擇。</a:t>
            </a:r>
            <a:br/>
            <a:br/>
            <a:r>
              <a:t>• 大專院校師生：東華大學志學商圈、慈濟建國校區周邊平價美食與自習咖啡空間。</a:t>
            </a:r>
            <a:br/>
            <a:br/>
            <a:r>
              <a:t>• 深度旅遊自由行觀光客：跨越新城、壽豐、秀林與鳳林，無縫串聯山海自然與人文名店。</a:t>
            </a:r>
            <a:br/>
            <a:br/>
            <a:r>
              <a:t>• 重視永續低碳的生活推廣者：鼓勵大眾實踐減碳飲食與在地慢活步調。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🧩 核心架構：三大主題與 50 處現役資料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Data Verification · 2026 最新官方資訊與實地核實，排除停業幽靈店家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429000" cy="438912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5F46"/>
                </a:solidFill>
              </a:defRPr>
            </a:pPr>
            <a:r>
              <a:t>🌱 蔬食美饌 (30 家)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全素/純素 (16家)：</a:t>
            </a:r>
            <a:br/>
            <a:r>
              <a:t>  蝸牛蔬食Buffet、植地佛陀碗、明園煎餃、宜蘭水煎包、東華阿宏素食、新城織娘之家等。</a:t>
            </a:r>
            <a:br/>
            <a:br/>
            <a:r>
              <a:t>• 蛋奶素 (4家)：</a:t>
            </a:r>
            <a:br/>
            <a:r>
              <a:t>  Piatto+菜老宅義式、青田の蔬食、草緣齋披薩。</a:t>
            </a:r>
            <a:br/>
            <a:br/>
            <a:r>
              <a:t>• 蔬食友善 (10家)：</a:t>
            </a:r>
            <a:br/>
            <a:r>
              <a:t>  時光1939有機早午餐、櫻之田野野菜鍋、好佳小吃(獨立素食鍋具)、鳳林游翁臭豆腐。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645920"/>
            <a:ext cx="3429000" cy="4389120"/>
          </a:xfrm>
          <a:prstGeom prst="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</a:defRPr>
            </a:pPr>
            <a:r>
              <a:t>🏛️ 精選景點 (10 處)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市區歷史人文：</a:t>
            </a:r>
            <a:br/>
            <a:r>
              <a:t>  將軍府1936日式宿舍群、松園別館(2025重啟獲觀光百大亮點)、文創園區舊酒廠、東大門夜市。</a:t>
            </a:r>
            <a:br/>
            <a:br/>
            <a:r>
              <a:t>• 古蹟與自然山海：</a:t>
            </a:r>
            <a:br/>
            <a:r>
              <a:t>  吉安慶修院(三級古蹟)、新城七星潭月牙灣、壽豐鯉魚潭、雲山水落羽松夢幻湖。</a:t>
            </a:r>
            <a:br/>
            <a:br/>
            <a:r>
              <a:t>• 蘇花前哨亮點：</a:t>
            </a:r>
            <a:br/>
            <a:r>
              <a:t>  秀林台泥DAKA開放生態園區、崇德瑩農場。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645920"/>
            <a:ext cx="3429000" cy="438912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45309"/>
                </a:solidFill>
              </a:defRPr>
            </a:pPr>
            <a:r>
              <a:t>☕ 質感咖啡館 (10 家)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老宅文青聚落：</a:t>
            </a:r>
            <a:br/>
            <a:r>
              <a:t>  浮室純白老宅不限時、Giocare樹下手沖與柴燒陶、Caffe Fiore珈琲花貓咪、KŌHI宅深夜榻榻米。</a:t>
            </a:r>
            <a:br/>
            <a:br/>
            <a:r>
              <a:t>• 烘焙與古蹟空間：</a:t>
            </a:r>
            <a:br/>
            <a:r>
              <a:t>  Stroll散步咖啡人氣肉桂捲、SENSES極簡烘焙、咖逼小売所(縣定古蹟)、森山舍林業老舍。</a:t>
            </a:r>
            <a:br/>
            <a:br/>
            <a:r>
              <a:t>• 山海人文特色：</a:t>
            </a:r>
            <a:br/>
            <a:r>
              <a:t>  新城練習曲書店(書香咖啡)、壽豐海碉堡。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⏱️ 90 秒現場展示腳本：打開什麼、做什麼、看到什麼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Live Demonstration Workflow · 嚴格對照評分標準，節奏流暢展示核心價值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4290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00 ~ 20 秒 · 打開什麼</a:t>
            </a:r>
            <a:br/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🖥️ 啟動與破題</a:t>
            </a:r>
            <a:br/>
          </a:p>
          <a:p>
            <a:pPr>
              <a:defRPr sz="1200">
                <a:solidFill>
                  <a:srgbClr val="334155"/>
                </a:solidFill>
              </a:defRPr>
            </a:pPr>
            <a:r>
              <a:t>【展示操作】</a:t>
            </a:r>
            <a:br/>
            <a:r>
              <a:t>瀏覽器秒開地圖 Web App。</a:t>
            </a:r>
            <a:br/>
            <a:br/>
            <a:r>
              <a:t>【口述台詞】</a:t>
            </a:r>
            <a:br/>
            <a:r>
              <a:t>「打開花蓮生活探索地圖，全原生前端打造、完全零金鑰、零授權費！畫面上清楚標註花蓮全區 50 處精選蔬食、景點與咖啡廳。」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645920"/>
            <a:ext cx="34290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20 ~ 55 秒 · 做什麼</a:t>
            </a:r>
            <a:br/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⚡ 互動篩選與檢索</a:t>
            </a:r>
            <a:br/>
          </a:p>
          <a:p>
            <a:pPr>
              <a:defRPr sz="1200">
                <a:solidFill>
                  <a:srgbClr val="334155"/>
                </a:solidFill>
              </a:defRPr>
            </a:pPr>
            <a:r>
              <a:t>【展示操作】</a:t>
            </a:r>
            <a:br/>
            <a:r>
              <a:t>1. 點擊「🏛️ 精選景點」即時聚焦地標</a:t>
            </a:r>
            <a:br/>
            <a:r>
              <a:t>2. 點選「🌱 蔬食美饌」並細篩「全素」</a:t>
            </a:r>
            <a:br/>
            <a:r>
              <a:t>3. 下拉選「壽豐鄉」自動定位東華大學</a:t>
            </a:r>
            <a:br/>
            <a:r>
              <a:t>4. 搜尋框輸入「肉桂捲」秒級查出名店</a:t>
            </a:r>
            <a:br/>
            <a:br/>
            <a:r>
              <a:t>【口述台詞】</a:t>
            </a:r>
            <a:br/>
            <a:r>
              <a:t>「多維度即時過濾，卡片與地圖 Pin 雙向動態連動，找好店不用 3 秒！」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645920"/>
            <a:ext cx="342900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55 ~ 90 秒 · 看到什麼</a:t>
            </a:r>
            <a:br/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🧭 成果反饋與行動外連</a:t>
            </a:r>
            <a:br/>
          </a:p>
          <a:p>
            <a:pPr>
              <a:defRPr sz="1200">
                <a:solidFill>
                  <a:srgbClr val="334155"/>
                </a:solidFill>
              </a:defRPr>
            </a:pPr>
            <a:r>
              <a:t>【展示操作】</a:t>
            </a:r>
            <a:br/>
            <a:r>
              <a:t>點擊標記平滑飛入，彈出詳細資訊卡。</a:t>
            </a:r>
            <a:br/>
            <a:br/>
            <a:r>
              <a:t>【口述台詞】</a:t>
            </a:r>
            <a:br/>
            <a:r>
              <a:t>「彈出營業時段、門票、特色，點擊『導航前往』一鍵連動 Google Maps 規劃路線！90 秒解決花蓮探索痛點，謝謝大家！」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🚀 技術亮點、測試成果與下一步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Technical Highlights, Testing &amp; Next Steps · 扎實落地與持續演進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5F46"/>
                </a:solidFill>
              </a:defRPr>
            </a:pPr>
            <a:r>
              <a:t>⚙️ 技術亮點與測試成果</a:t>
            </a:r>
            <a:br/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100% 零商業金鑰：採用 Esri 街道圖與高解析空照圖，無 API 費用、無上限、杜絕資安外洩。</a:t>
            </a:r>
            <a:br/>
            <a:br/>
            <a:r>
              <a:t>• 極致輕量與零依賴：首頁載入小於 0.3 秒，免安裝環境，雙擊 index.html 即可運行。</a:t>
            </a:r>
            <a:br/>
            <a:br/>
            <a:r>
              <a:t>• 雙向連動架構：左側卡片與地圖 Pin 雙向聚焦（FlyTo 動態位移、平滑滾動）。</a:t>
            </a:r>
            <a:br/>
            <a:br/>
            <a:r>
              <a:t>• 全平臺適配：支援電腦寬螢幕雙欄與手機端自適應抽屜介面；已部署 GitHub Pages 免費線上即時體驗。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🔮 未來發展規劃 (Next Steps)</a:t>
            </a:r>
            <a:br/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自由行多點行程自動規劃：支援使用者將想去的地點加入清單，演算法自動串聯最佳路線。</a:t>
            </a:r>
            <a:br/>
            <a:br/>
            <a:r>
              <a:t>• GPS 即時定位與距離排序：整合 HTML5 Geolocation API，自動計算距離當前位置最近據點。</a:t>
            </a:r>
            <a:br/>
            <a:br/>
            <a:r>
              <a:t>• PWA 離線快取技術：引入 Service Worker，將地圖底圖快取至手機端，行經山區亦可離線查閱。</a:t>
            </a:r>
            <a:br/>
            <a:br/>
            <a:r>
              <a:t>• 小農與在地店家線上共好：打造社群協同投稿機制，促進花蓮在地綠色經濟共好循環。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